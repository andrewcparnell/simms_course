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7: Practical using JAGS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Use JAGS software through R to fit simple Bayesian models</a:t>
            </a:r>
          </a:p>
          <a:p>
            <a:r>
              <a:rPr lang="en-AU" dirty="0"/>
              <a:t>Check that the models have converged and fitted appropriately</a:t>
            </a:r>
          </a:p>
          <a:p>
            <a:r>
              <a:rPr lang="en-AU" dirty="0"/>
              <a:t>Analyse the posterior distribution to generate summaries to describe and interpret the </a:t>
            </a:r>
            <a:r>
              <a:rPr lang="en-AU"/>
              <a:t>predictions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65</Words>
  <Application>Microsoft Macintosh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2025-03-24T10:07:14Z</dcterms:modified>
</cp:coreProperties>
</file>