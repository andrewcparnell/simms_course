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8: SIMMS as a type of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How stable isotope mixing models SIMMs are really just linear regressions</a:t>
            </a:r>
          </a:p>
          <a:p>
            <a:r>
              <a:rPr lang="en-AU" dirty="0"/>
              <a:t>Build a simple custom SIMM and fit it using JAGS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57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2025-03-24T10:08:25Z</dcterms:modified>
</cp:coreProperties>
</file>