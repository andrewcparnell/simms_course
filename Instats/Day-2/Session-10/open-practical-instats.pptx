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10: An open practical session where you can start to explore or analyse your own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35</Words>
  <Application>Microsoft Macintosh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2025-03-24T10:10:31Z</dcterms:modified>
</cp:coreProperties>
</file>