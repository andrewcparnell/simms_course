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6: Introduction to Bayesian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The difference between Frequentist and Bayesian Statistics</a:t>
            </a:r>
          </a:p>
          <a:p>
            <a:r>
              <a:rPr lang="en-AU" dirty="0"/>
              <a:t>Understand terms: posterior, likelihood, prior.</a:t>
            </a:r>
          </a:p>
          <a:p>
            <a:r>
              <a:rPr lang="en-AU" dirty="0"/>
              <a:t>Interpret the posterior distribution through plots, summaries and </a:t>
            </a:r>
            <a:r>
              <a:rPr lang="en-AU"/>
              <a:t>credible intervals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61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2025-03-24T10:05:23Z</dcterms:modified>
</cp:coreProperties>
</file>