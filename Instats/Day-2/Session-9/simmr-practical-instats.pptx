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1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9: Introduction to the package </a:t>
            </a:r>
            <a:r>
              <a:rPr lang="en-AU" sz="3600" dirty="0" err="1">
                <a:latin typeface="Montserrat SemiBold" panose="00000700000000000000" pitchFamily="50" charset="0"/>
              </a:rPr>
              <a:t>simmr</a:t>
            </a:r>
            <a:endParaRPr lang="en-AU" sz="3600" dirty="0">
              <a:latin typeface="Montserrat SemiBold" panose="00000700000000000000" pitchFamily="50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Use the R package </a:t>
            </a:r>
            <a:r>
              <a:rPr lang="en-AU" dirty="0" err="1"/>
              <a:t>simmr</a:t>
            </a:r>
            <a:r>
              <a:rPr lang="en-AU" dirty="0"/>
              <a:t> to fit basic mixing models</a:t>
            </a:r>
          </a:p>
          <a:p>
            <a:r>
              <a:rPr lang="en-AU" dirty="0"/>
              <a:t>Use the output to interpret the results of the model and describe the diet differences of groups </a:t>
            </a:r>
            <a:r>
              <a:rPr lang="en-AU"/>
              <a:t>of animals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Last Slide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[Whatever you want to say:] In summary, this session covered</a:t>
            </a:r>
          </a:p>
          <a:p>
            <a:r>
              <a:rPr lang="en-AU" dirty="0"/>
              <a:t>1) …</a:t>
            </a:r>
          </a:p>
          <a:p>
            <a:r>
              <a:rPr lang="en-AU" dirty="0"/>
              <a:t>2) …</a:t>
            </a:r>
          </a:p>
          <a:p>
            <a:r>
              <a:rPr lang="en-A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4672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87</Words>
  <Application>Microsoft Macintosh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Last Slide Here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2025-03-24T10:09:57Z</dcterms:modified>
</cp:coreProperties>
</file>