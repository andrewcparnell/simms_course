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17: SIBER practical fitting ellipses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Using SIBER to fit Bayesian ellipses to stable isotope data</a:t>
            </a:r>
          </a:p>
          <a:p>
            <a:r>
              <a:rPr lang="en-AU" dirty="0"/>
              <a:t>Comparing populations of isotope data using statistical descriptors including location, shape and overlap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2025-03-24T10:36:10Z</dcterms:modified>
</cp:coreProperties>
</file>