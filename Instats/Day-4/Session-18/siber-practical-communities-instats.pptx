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1" r:id="rId7"/>
    <p:sldId id="264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1/7/2023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1/7/2023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1/7/2023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1/7/2023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1/7/2023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1/7/2023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1/7/2023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1/7/2023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1/7/2023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1/7/2023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1/7/2023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1/7/2023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Your Seminar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#: Session Name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Topics we'll cover in this session:</a:t>
            </a:r>
          </a:p>
          <a:p>
            <a:r>
              <a:rPr lang="en-AU" dirty="0"/>
              <a:t>1) …</a:t>
            </a:r>
          </a:p>
          <a:p>
            <a:r>
              <a:rPr lang="en-AU" dirty="0"/>
              <a:t>2) …</a:t>
            </a:r>
          </a:p>
          <a:p>
            <a:r>
              <a:rPr lang="en-AU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Last Slide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[Whatever you want to say:] In summary, this session covered</a:t>
            </a:r>
          </a:p>
          <a:p>
            <a:r>
              <a:rPr lang="en-AU" dirty="0"/>
              <a:t>1) …</a:t>
            </a:r>
          </a:p>
          <a:p>
            <a:r>
              <a:rPr lang="en-AU" dirty="0"/>
              <a:t>2) …</a:t>
            </a:r>
          </a:p>
          <a:p>
            <a:r>
              <a:rPr lang="en-AU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46720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58</Words>
  <Application>Microsoft Macintosh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Your Seminar Title</vt:lpstr>
      <vt:lpstr>Regular workshops content</vt:lpstr>
      <vt:lpstr>Last Slide Here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Mike Zyphur</cp:lastModifiedBy>
  <cp:revision>6</cp:revision>
  <dcterms:created xsi:type="dcterms:W3CDTF">2023-05-10T01:52:01Z</dcterms:created>
  <dcterms:modified xsi:type="dcterms:W3CDTF">2023-07-01T02:22:36Z</dcterms:modified>
</cp:coreProperties>
</file>