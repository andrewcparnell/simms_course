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16: Introduction to SIBER ellipses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How the package SIBER can be used to analyse data directly in isotope d-space</a:t>
            </a:r>
          </a:p>
          <a:p>
            <a:r>
              <a:rPr lang="en-AU" dirty="0"/>
              <a:t>How Bayesian ellipses form the basis of considering uncertainty the derived metrics used to describe d-space</a:t>
            </a:r>
          </a:p>
          <a:p>
            <a:r>
              <a:rPr lang="en-AU" dirty="0"/>
              <a:t>The difference between making inferences on either populations of data using ellipses and communities of species using more </a:t>
            </a:r>
            <a:r>
              <a:rPr lang="en-AU"/>
              <a:t>abstract metrics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84</Words>
  <Application>Microsoft Macintosh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2025-03-24T10:33:27Z</dcterms:modified>
</cp:coreProperties>
</file>