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9" r:id="rId5"/>
    <p:sldId id="258" r:id="rId6"/>
    <p:sldId id="261" r:id="rId7"/>
    <p:sldId id="264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1B833-26E6-DC35-42A8-55BE94397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09D2E-8F5B-E7BC-E435-5B6E12E984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71423-2D5F-67A0-185B-D51DC35C3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04AC3-198E-B226-579C-3725C6A07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33A4B-C966-5866-A0E9-E20977724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656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BDCB7-D9B2-F088-9F5D-B9D475B4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AD44A-C072-04A8-D083-395281F68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742F3-5DAB-DE48-90D7-71E5119BD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F6A57-786B-7DAB-819C-AB148E708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3D98-4AE6-12CE-9806-A56EE5F3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2598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15332-C042-CB90-DB5C-9D587187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28E70-076D-32A1-4AED-6C9CE3CDF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876D3-2A51-AC41-14F4-20179755F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6C76B-CC25-465B-ED0F-654F42BD7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45AAC0-4F68-A44D-1D1A-8A05BCA0E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0923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57836-E375-8CCA-9FFD-B9EA605B8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C9BC-8C29-A26A-0EBB-0D12EE87A4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BF110-6CD8-D8DB-03A0-EAEDDE9F3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F884AA-AA23-B49E-A382-BD154286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CAF56-FEFC-0817-DBCE-3947B247D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6EE5C3-8705-3AEA-2DED-33D8D58F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735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59D5-EDB3-A339-79D3-821C5536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3C9DCE-155F-A180-5D9D-D96ED2778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978F8-D671-445D-E798-DCB2956F2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9D63D8-776A-37BB-ACCD-7325EB490F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FA34D5-7BEC-A227-72BD-8F44C3DE9E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1AE75-6A25-2681-2137-E80B09B5C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3C9602-6E8F-96F4-90E2-ECB3B1955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A746BA-6F36-0703-7C2A-6A1ACB3C6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920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EEBE5-C8DF-4DD1-CFBE-BEF4DF1DD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DE6C86-D7F0-B9F7-6460-362A77F3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716581-37D0-A627-E3B3-FE30D2BE0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D20F67-D97E-05F3-7DBE-604E1E1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2501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8CBCE7-2C60-52CA-E4E2-5A5B359AE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4469-5752-2EA5-3612-E8C54FA67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25AB3-AAF1-9A06-37A8-D95330DD0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2775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EF98-D95A-9BED-8C97-695AC4AA8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D646F-0409-0AE3-3B10-47641A86A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AF9AA0-F5A7-03D6-CAFA-24AA1C3D49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A8F1A8-FB56-1D17-9178-602B388F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ED7D-FAE3-8731-3DAF-703807BC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90F5A9-112A-098C-6DE5-E6ABED59C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3394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06824-6090-3991-D07A-E663F9F7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250BD2-72F1-1690-1196-269DD0FCF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951A0A-49FF-59F3-5CFC-00564251E8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4FC19-F688-01A6-76D1-DF49544E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235DEC-B6FC-78D5-06F9-74D140F75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78C0C-0EBE-A264-2A8F-38C95724B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60631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83042-6EB1-776B-3B3C-38916EA4D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0C14B-7F1B-8663-9054-B867808C12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25985-8E7B-EBE1-B927-4F66C614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47CE-F5A5-B625-56AF-2558E135B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92C42-2390-305D-F7B5-A5E628BC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2006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7EB5B-08B0-406D-082D-EC0BAD4DE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11F678-9A1C-408E-FBCC-512F96C049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7DADC-3AB7-6AC6-A159-BB6E64F8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6E6D93-D766-A4D3-DE34-7D0AE4C5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5B832-EC87-E750-EF0D-3B404BD47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1495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BA2990-F012-AF0F-EECD-7B496149E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E5AF5-2DF3-E621-E87D-4B92748F1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CF478-BAFE-CBBB-97FB-DE061BA3D2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7C9ABC-0C1C-4801-85B9-12829D42DDA4}" type="datetimeFigureOut">
              <a:rPr lang="en-AU" smtClean="0"/>
              <a:t>28/3/2025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F6C92-7B0F-E0D3-27F4-FD243F608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59E0A-BAA9-DCF1-F831-F083A5C5B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910292-F52E-4F2F-8A10-78BDD4B94F6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6433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2419" y="-280731"/>
            <a:ext cx="6338454" cy="2387600"/>
          </a:xfrm>
        </p:spPr>
        <p:txBody>
          <a:bodyPr>
            <a:normAutofit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Welcome to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5275" y="4156220"/>
            <a:ext cx="9144000" cy="1655762"/>
          </a:xfrm>
        </p:spPr>
        <p:txBody>
          <a:bodyPr>
            <a:normAutofit/>
          </a:bodyPr>
          <a:lstStyle/>
          <a:p>
            <a:endParaRPr lang="en-AU" sz="3600" dirty="0">
              <a:latin typeface="Montserrat SemiBold" panose="00000700000000000000" pitchFamily="50" charset="0"/>
            </a:endParaRPr>
          </a:p>
          <a:p>
            <a:r>
              <a:rPr lang="en-AU" sz="3600" dirty="0">
                <a:latin typeface="Montserrat SemiBold" panose="00000700000000000000" pitchFamily="50" charset="0"/>
              </a:rPr>
              <a:t>The Session Will Begin Shortly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066627F5-A421-7923-C8B5-F18D00881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383" y="2179925"/>
            <a:ext cx="4497784" cy="11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237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START</a:t>
            </a:r>
            <a:b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chemeClr val="accent1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291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9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0557F-5508-20BC-7CF6-DF79F9930C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0766" y="716797"/>
            <a:ext cx="11333018" cy="1655762"/>
          </a:xfrm>
        </p:spPr>
        <p:txBody>
          <a:bodyPr>
            <a:normAutofit fontScale="90000"/>
          </a:bodyPr>
          <a:lstStyle/>
          <a:p>
            <a:r>
              <a:rPr lang="en-AU" sz="7200" dirty="0">
                <a:latin typeface="Montserrat SemiBold" panose="00000700000000000000" pitchFamily="50" charset="0"/>
              </a:rPr>
              <a:t>Stable Isotope Mixing Models in 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3238-044F-8105-921A-4FF9DAABC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6220"/>
            <a:ext cx="12191999" cy="1655762"/>
          </a:xfrm>
        </p:spPr>
        <p:txBody>
          <a:bodyPr>
            <a:normAutofit/>
          </a:bodyPr>
          <a:lstStyle/>
          <a:p>
            <a:r>
              <a:rPr lang="en-AU" sz="3600" dirty="0">
                <a:latin typeface="Montserrat SemiBold" panose="00000700000000000000" pitchFamily="50" charset="0"/>
              </a:rPr>
              <a:t>Session 20: Open Practical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CC4C66-6C96-C6D8-8239-94E530DAE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7945" y="6276803"/>
            <a:ext cx="1422076" cy="36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855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Open session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Suggestions for this session are:</a:t>
            </a:r>
          </a:p>
          <a:p>
            <a:r>
              <a:rPr lang="en-AU" dirty="0"/>
              <a:t>Pick an example from the </a:t>
            </a:r>
            <a:r>
              <a:rPr lang="en-AU" dirty="0" err="1"/>
              <a:t>MixSIAR</a:t>
            </a:r>
            <a:r>
              <a:rPr lang="en-AU" dirty="0"/>
              <a:t> manual that is most similar to your own data / research question and work through it</a:t>
            </a:r>
          </a:p>
          <a:p>
            <a:r>
              <a:rPr lang="en-AU" dirty="0"/>
              <a:t>Try to get your data working in </a:t>
            </a:r>
            <a:r>
              <a:rPr lang="en-AU" dirty="0" err="1"/>
              <a:t>simmr</a:t>
            </a:r>
            <a:r>
              <a:rPr lang="en-AU" dirty="0"/>
              <a:t> / </a:t>
            </a:r>
            <a:r>
              <a:rPr lang="en-AU" dirty="0" err="1"/>
              <a:t>cosimmr</a:t>
            </a:r>
            <a:r>
              <a:rPr lang="en-AU" dirty="0"/>
              <a:t> or SIBER as most appropriate</a:t>
            </a:r>
          </a:p>
        </p:txBody>
      </p:sp>
    </p:spTree>
    <p:extLst>
      <p:ext uri="{BB962C8B-B14F-4D97-AF65-F5344CB8AC3E}">
        <p14:creationId xmlns:p14="http://schemas.microsoft.com/office/powerpoint/2010/main" val="2700051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E5C1D-AD0B-02C5-92F2-3A516AF1A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Last Slide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1646F-18ED-868E-4E38-F47A48DA6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[Whatever you want to say:] In summary, this session covered</a:t>
            </a:r>
          </a:p>
          <a:p>
            <a:r>
              <a:rPr lang="en-AU" dirty="0"/>
              <a:t>1) …</a:t>
            </a:r>
          </a:p>
          <a:p>
            <a:r>
              <a:rPr lang="en-AU" dirty="0"/>
              <a:t>2) …</a:t>
            </a:r>
          </a:p>
          <a:p>
            <a:r>
              <a:rPr lang="en-AU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346720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E3506-1F02-B17A-46C4-65421387E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D904F-6242-3E84-79E6-0F52FE74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676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0F0B-3D18-9732-3108-323F8DEE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257"/>
          </a:xfrm>
        </p:spPr>
        <p:txBody>
          <a:bodyPr>
            <a:normAutofit/>
          </a:bodyPr>
          <a:lstStyle/>
          <a:p>
            <a:pPr algn="ctr"/>
            <a:r>
              <a:rPr lang="en-AU" sz="8800" dirty="0">
                <a:solidFill>
                  <a:schemeClr val="accent1"/>
                </a:solidFill>
                <a:latin typeface="Montserrat SemiBold" panose="00000700000000000000" pitchFamily="50" charset="0"/>
              </a:rPr>
              <a:t>STOP</a:t>
            </a:r>
            <a:br>
              <a:rPr lang="en-AU" sz="8800" dirty="0">
                <a:solidFill>
                  <a:srgbClr val="FF0000"/>
                </a:solidFill>
                <a:latin typeface="Montserrat SemiBold" panose="00000700000000000000" pitchFamily="50" charset="0"/>
              </a:rPr>
            </a:br>
            <a:endParaRPr lang="en-AU" sz="8800" dirty="0">
              <a:solidFill>
                <a:srgbClr val="FF0000"/>
              </a:solidFill>
              <a:latin typeface="Montserrat SemiBold" panose="000007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5510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90</Words>
  <Application>Microsoft Macintosh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Montserrat SemiBold</vt:lpstr>
      <vt:lpstr>Office Theme</vt:lpstr>
      <vt:lpstr>Welcome to</vt:lpstr>
      <vt:lpstr>START </vt:lpstr>
      <vt:lpstr>PowerPoint Presentation</vt:lpstr>
      <vt:lpstr>Stable Isotope Mixing Models in R</vt:lpstr>
      <vt:lpstr>Open session</vt:lpstr>
      <vt:lpstr>Last Slide Here</vt:lpstr>
      <vt:lpstr>PowerPoint Presentation</vt:lpstr>
      <vt:lpstr>STOP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</dc:title>
  <dc:creator>Mike Zyphur</dc:creator>
  <cp:lastModifiedBy>Andrew Jackson</cp:lastModifiedBy>
  <cp:revision>8</cp:revision>
  <dcterms:created xsi:type="dcterms:W3CDTF">2023-05-10T01:52:01Z</dcterms:created>
  <dcterms:modified xsi:type="dcterms:W3CDTF">2025-03-28T15:26:13Z</dcterms:modified>
</cp:coreProperties>
</file>