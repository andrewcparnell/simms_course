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11: The statistical model of SIMMs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The statistical model behind </a:t>
            </a:r>
            <a:r>
              <a:rPr lang="en-AU" dirty="0" err="1"/>
              <a:t>simmr</a:t>
            </a:r>
            <a:r>
              <a:rPr lang="en-AU" dirty="0"/>
              <a:t> (SIAR)</a:t>
            </a:r>
          </a:p>
          <a:p>
            <a:r>
              <a:rPr lang="en-AU" dirty="0"/>
              <a:t>How to run a model in </a:t>
            </a:r>
            <a:r>
              <a:rPr lang="en-AU" dirty="0" err="1"/>
              <a:t>simmr</a:t>
            </a:r>
            <a:r>
              <a:rPr lang="en-AU" dirty="0"/>
              <a:t> (SIAR) and check that it works</a:t>
            </a:r>
          </a:p>
          <a:p>
            <a:r>
              <a:rPr lang="en-AU" dirty="0"/>
              <a:t>Follow the technical details of the 2010 SIAR </a:t>
            </a:r>
            <a:r>
              <a:rPr lang="en-AU" dirty="0" err="1"/>
              <a:t>PLoS</a:t>
            </a:r>
            <a:r>
              <a:rPr lang="en-AU" dirty="0"/>
              <a:t> ONE paper</a:t>
            </a:r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69</Words>
  <Application>Microsoft Macintosh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8</cp:revision>
  <dcterms:created xsi:type="dcterms:W3CDTF">2023-05-10T01:52:01Z</dcterms:created>
  <dcterms:modified xsi:type="dcterms:W3CDTF">2025-03-24T10:24:43Z</dcterms:modified>
</cp:coreProperties>
</file>