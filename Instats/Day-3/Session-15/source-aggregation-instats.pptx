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>
                <a:latin typeface="Montserrat SemiBold" panose="00000700000000000000" pitchFamily="50" charset="0"/>
              </a:rPr>
              <a:t>Session 15</a:t>
            </a:r>
            <a:r>
              <a:rPr lang="en-AU" sz="3600" dirty="0">
                <a:latin typeface="Montserrat SemiBold" panose="00000700000000000000" pitchFamily="50" charset="0"/>
              </a:rPr>
              <a:t>: Source aggregation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Why source aggregation might be performed</a:t>
            </a:r>
          </a:p>
          <a:p>
            <a:r>
              <a:rPr lang="en-AU" dirty="0"/>
              <a:t>A comparison of two different approaches to sources aggregation</a:t>
            </a:r>
          </a:p>
          <a:p>
            <a:r>
              <a:rPr lang="en-AU" dirty="0"/>
              <a:t>How to perform source aggregation in </a:t>
            </a:r>
            <a:r>
              <a:rPr lang="en-AU" dirty="0" err="1"/>
              <a:t>simmr</a:t>
            </a:r>
            <a:r>
              <a:rPr lang="en-AU" dirty="0"/>
              <a:t> (and </a:t>
            </a:r>
            <a:r>
              <a:rPr lang="en-AU" dirty="0" err="1"/>
              <a:t>MixSIAR</a:t>
            </a:r>
            <a:r>
              <a:rPr lang="en-A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58</Words>
  <Application>Microsoft Macintosh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8</cp:revision>
  <dcterms:created xsi:type="dcterms:W3CDTF">2023-05-10T01:52:01Z</dcterms:created>
  <dcterms:modified xsi:type="dcterms:W3CDTF">2025-03-24T10:30:47Z</dcterms:modified>
</cp:coreProperties>
</file>