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63" r:id="rId4"/>
    <p:sldId id="259" r:id="rId5"/>
    <p:sldId id="258" r:id="rId6"/>
    <p:sldId id="264" r:id="rId7"/>
    <p:sldId id="26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28" d="100"/>
          <a:sy n="128" d="100"/>
        </p:scale>
        <p:origin x="45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1B833-26E6-DC35-42A8-55BE943976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909D2E-8F5B-E7BC-E435-5B6E12E984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371423-2D5F-67A0-185B-D51DC35C3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04AC3-198E-B226-579C-3725C6A07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B33A4B-C966-5866-A0E9-E20977724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866568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BDCB7-D9B2-F088-9F5D-B9D475B49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3AD44A-C072-04A8-D083-395281F68B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A742F3-5DAB-DE48-90D7-71E5119BD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CF6A57-786B-7DAB-819C-AB148E708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273D98-4AE6-12CE-9806-A56EE5F30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225981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15332-C042-CB90-DB5C-9D587187F4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A28E70-076D-32A1-4AED-6C9CE3CDF0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4876D3-2A51-AC41-14F4-20179755F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16C76B-CC25-465B-ED0F-654F42BD7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45AAC0-4F68-A44D-1D1A-8A05BCA0E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309238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57836-E375-8CCA-9FFD-B9EA605B8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22C9BC-8C29-A26A-0EBB-0D12EE87A4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7BF110-6CD8-D8DB-03A0-EAEDDE9F36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F884AA-AA23-B49E-A382-BD1542865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BCAF56-FEFC-0817-DBCE-3947B247D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6EE5C3-8705-3AEA-2DED-33D8D58F4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647352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D59D5-EDB3-A339-79D3-821C55367F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3C9DCE-155F-A180-5D9D-D96ED27789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C978F8-D671-445D-E798-DCB2956F2E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9D63D8-776A-37BB-ACCD-7325EB490F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FA34D5-7BEC-A227-72BD-8F44C3DE9E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9A1AE75-6A25-2681-2137-E80B09B5C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3C9602-6E8F-96F4-90E2-ECB3B1955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A746BA-6F36-0703-7C2A-6A1ACB3C6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292046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EEBE5-C8DF-4DD1-CFBE-BEF4DF1DD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DE6C86-D7F0-B9F7-6460-362A77F3FD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716581-37D0-A627-E3B3-FE30D2BE0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D20F67-D97E-05F3-7DBE-604E1E1DC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225019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8CBCE7-2C60-52CA-E4E2-5A5B359AE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654469-5752-2EA5-3612-E8C54FA67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025AB3-AAF1-9A06-37A8-D95330DD0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627752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0EF98-D95A-9BED-8C97-695AC4AA8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4D646F-0409-0AE3-3B10-47641A86A2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AF9AA0-F5A7-03D6-CAFA-24AA1C3D49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A8F1A8-FB56-1D17-9178-602B388FD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21ED7D-FAE3-8731-3DAF-703807BC9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90F5A9-112A-098C-6DE5-E6ABED59C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433946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06824-6090-3991-D07A-E663F9F7B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250BD2-72F1-1690-1196-269DD0FCF9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951A0A-49FF-59F3-5CFC-00564251E8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84FC19-F688-01A6-76D1-DF49544E7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235DEC-B6FC-78D5-06F9-74D140F75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F78C0C-0EBE-A264-2A8F-38C95724B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606310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83042-6EB1-776B-3B3C-38916EA4D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E0C14B-7F1B-8663-9054-B867808C12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725985-8E7B-EBE1-B927-4F66C6144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BD47CE-F5A5-B625-56AF-2558E135B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992C42-2390-305D-F7B5-A5E628BC7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820064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4F7EB5B-08B0-406D-082D-EC0BAD4DEF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11F678-9A1C-408E-FBCC-512F96C049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87DADC-3AB7-6AC6-A159-BB6E64F89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6E6D93-D766-A4D3-DE34-7D0AE4C56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5B832-EC87-E750-EF0D-3B404BD47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914953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BA2990-F012-AF0F-EECD-7B496149E3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3E5AF5-2DF3-E621-E87D-4B92748F1A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1CF478-BAFE-CBBB-97FB-DE061BA3D2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6F6C92-7B0F-E0D3-27F4-FD243F608A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A59E0A-BAA9-DCF1-F831-F083A5C5B3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86433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0557F-5508-20BC-7CF6-DF79F9930C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22419" y="-280731"/>
            <a:ext cx="6338454" cy="2387600"/>
          </a:xfrm>
        </p:spPr>
        <p:txBody>
          <a:bodyPr>
            <a:normAutofit/>
          </a:bodyPr>
          <a:lstStyle/>
          <a:p>
            <a:r>
              <a:rPr lang="en-AU" sz="7200" dirty="0">
                <a:latin typeface="Montserrat SemiBold" panose="00000700000000000000" pitchFamily="50" charset="0"/>
              </a:rPr>
              <a:t>Welcome to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B63238-044F-8105-921A-4FF9DAABC6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5275" y="4156220"/>
            <a:ext cx="9144000" cy="1655762"/>
          </a:xfrm>
        </p:spPr>
        <p:txBody>
          <a:bodyPr>
            <a:normAutofit/>
          </a:bodyPr>
          <a:lstStyle/>
          <a:p>
            <a:endParaRPr lang="en-AU" sz="3600" dirty="0">
              <a:latin typeface="Montserrat SemiBold" panose="00000700000000000000" pitchFamily="50" charset="0"/>
            </a:endParaRPr>
          </a:p>
          <a:p>
            <a:r>
              <a:rPr lang="en-AU" sz="3600" dirty="0">
                <a:latin typeface="Montserrat SemiBold" panose="00000700000000000000" pitchFamily="50" charset="0"/>
              </a:rPr>
              <a:t>The Session Will Begin Shortly</a:t>
            </a: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066627F5-A421-7923-C8B5-F18D00881B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8383" y="2179925"/>
            <a:ext cx="4497784" cy="1159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92375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30F0B-3D18-9732-3108-323F8DEEB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80257"/>
          </a:xfrm>
        </p:spPr>
        <p:txBody>
          <a:bodyPr>
            <a:normAutofit/>
          </a:bodyPr>
          <a:lstStyle/>
          <a:p>
            <a:pPr algn="ctr"/>
            <a:r>
              <a:rPr lang="en-AU" sz="8800" dirty="0">
                <a:solidFill>
                  <a:schemeClr val="accent1"/>
                </a:solidFill>
                <a:latin typeface="Montserrat SemiBold" panose="00000700000000000000" pitchFamily="50" charset="0"/>
              </a:rPr>
              <a:t>START</a:t>
            </a:r>
            <a:br>
              <a:rPr lang="en-AU" sz="8800" dirty="0">
                <a:solidFill>
                  <a:schemeClr val="accent1"/>
                </a:solidFill>
                <a:latin typeface="Montserrat SemiBold" panose="00000700000000000000" pitchFamily="50" charset="0"/>
              </a:rPr>
            </a:br>
            <a:endParaRPr lang="en-AU" sz="8800" dirty="0">
              <a:solidFill>
                <a:schemeClr val="accent1"/>
              </a:solidFill>
              <a:latin typeface="Montserrat Semi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29115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E3506-1F02-B17A-46C4-65421387E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0D904F-6242-3E84-79E6-0F52FE7468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2947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0557F-5508-20BC-7CF6-DF79F9930C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0766" y="716797"/>
            <a:ext cx="11333018" cy="1655762"/>
          </a:xfrm>
        </p:spPr>
        <p:txBody>
          <a:bodyPr>
            <a:normAutofit fontScale="90000"/>
          </a:bodyPr>
          <a:lstStyle/>
          <a:p>
            <a:r>
              <a:rPr lang="en-AU" sz="7200" dirty="0">
                <a:latin typeface="Montserrat SemiBold" panose="00000700000000000000" pitchFamily="50" charset="0"/>
              </a:rPr>
              <a:t>Stable Isotope Mixing Models in 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B63238-044F-8105-921A-4FF9DAABC6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156220"/>
            <a:ext cx="12191999" cy="1655762"/>
          </a:xfrm>
        </p:spPr>
        <p:txBody>
          <a:bodyPr>
            <a:normAutofit/>
          </a:bodyPr>
          <a:lstStyle/>
          <a:p>
            <a:r>
              <a:rPr lang="en-AU" sz="3600" dirty="0">
                <a:latin typeface="Montserrat SemiBold" panose="00000700000000000000" pitchFamily="50" charset="0"/>
              </a:rPr>
              <a:t>Session 12: </a:t>
            </a:r>
            <a:r>
              <a:rPr lang="en-AU" sz="3600" dirty="0" err="1">
                <a:latin typeface="Montserrat SemiBold" panose="00000700000000000000" pitchFamily="50" charset="0"/>
              </a:rPr>
              <a:t>MixSIAR</a:t>
            </a:r>
            <a:r>
              <a:rPr lang="en-AU" sz="3600" dirty="0">
                <a:latin typeface="Montserrat SemiBold" panose="00000700000000000000" pitchFamily="50" charset="0"/>
              </a:rPr>
              <a:t> practical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4CC4C66-6C96-C6D8-8239-94E530DAE5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7945" y="6276803"/>
            <a:ext cx="1422076" cy="366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78553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E5C1D-AD0B-02C5-92F2-3A516AF1A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Regular workshops 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B1646F-18ED-868E-4E38-F47A48DA63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Topics we'll cover in this session:</a:t>
            </a:r>
          </a:p>
          <a:p>
            <a:r>
              <a:rPr lang="en-AU" dirty="0"/>
              <a:t>Running </a:t>
            </a:r>
            <a:r>
              <a:rPr lang="en-AU" dirty="0" err="1"/>
              <a:t>MixSIAR</a:t>
            </a:r>
            <a:r>
              <a:rPr lang="en-AU" dirty="0"/>
              <a:t> to fit more complex SIMMs</a:t>
            </a:r>
          </a:p>
        </p:txBody>
      </p:sp>
    </p:spTree>
    <p:extLst>
      <p:ext uri="{BB962C8B-B14F-4D97-AF65-F5344CB8AC3E}">
        <p14:creationId xmlns:p14="http://schemas.microsoft.com/office/powerpoint/2010/main" val="27000510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E3506-1F02-B17A-46C4-65421387E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0D904F-6242-3E84-79E6-0F52FE7468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6763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30F0B-3D18-9732-3108-323F8DEEB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80257"/>
          </a:xfrm>
        </p:spPr>
        <p:txBody>
          <a:bodyPr>
            <a:normAutofit/>
          </a:bodyPr>
          <a:lstStyle/>
          <a:p>
            <a:pPr algn="ctr"/>
            <a:r>
              <a:rPr lang="en-AU" sz="8800" dirty="0">
                <a:solidFill>
                  <a:schemeClr val="accent1"/>
                </a:solidFill>
                <a:latin typeface="Montserrat SemiBold" panose="00000700000000000000" pitchFamily="50" charset="0"/>
              </a:rPr>
              <a:t>STOP</a:t>
            </a:r>
            <a:br>
              <a:rPr lang="en-AU" sz="8800" dirty="0">
                <a:solidFill>
                  <a:srgbClr val="FF0000"/>
                </a:solidFill>
                <a:latin typeface="Montserrat SemiBold" panose="00000700000000000000" pitchFamily="50" charset="0"/>
              </a:rPr>
            </a:br>
            <a:endParaRPr lang="en-AU" sz="8800" dirty="0">
              <a:solidFill>
                <a:srgbClr val="FF0000"/>
              </a:solidFill>
              <a:latin typeface="Montserrat Semi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55105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39</Words>
  <Application>Microsoft Macintosh PowerPoint</Application>
  <PresentationFormat>Widescreen</PresentationFormat>
  <Paragraphs>10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Montserrat SemiBold</vt:lpstr>
      <vt:lpstr>Office Theme</vt:lpstr>
      <vt:lpstr>Welcome to</vt:lpstr>
      <vt:lpstr>START </vt:lpstr>
      <vt:lpstr>PowerPoint Presentation</vt:lpstr>
      <vt:lpstr>Stable Isotope Mixing Models in R</vt:lpstr>
      <vt:lpstr>Regular workshops content</vt:lpstr>
      <vt:lpstr>PowerPoint Presentation</vt:lpstr>
      <vt:lpstr>STOP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</dc:title>
  <dc:creator>Mike Zyphur</dc:creator>
  <cp:lastModifiedBy>Andrew Jackson</cp:lastModifiedBy>
  <cp:revision>7</cp:revision>
  <dcterms:created xsi:type="dcterms:W3CDTF">2023-05-10T01:52:01Z</dcterms:created>
  <dcterms:modified xsi:type="dcterms:W3CDTF">2025-03-24T10:25:29Z</dcterms:modified>
</cp:coreProperties>
</file>