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 err="1">
                <a:latin typeface="Montserrat SemiBold" panose="00000700000000000000" pitchFamily="50" charset="0"/>
              </a:rPr>
              <a:t>simmr</a:t>
            </a:r>
            <a:r>
              <a:rPr lang="en-AU" sz="7200" dirty="0">
                <a:latin typeface="Montserrat SemiBold" panose="00000700000000000000" pitchFamily="50" charset="0"/>
              </a:rPr>
              <a:t>-practical-</a:t>
            </a:r>
            <a:r>
              <a:rPr lang="en-AU" sz="7200" dirty="0" err="1">
                <a:latin typeface="Montserrat SemiBold" panose="00000700000000000000" pitchFamily="50" charset="0"/>
              </a:rPr>
              <a:t>instats.pptx</a:t>
            </a:r>
            <a:endParaRPr lang="en-AU" sz="7200" dirty="0">
              <a:latin typeface="Montserrat SemiBold" panose="00000700000000000000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2: revision of likelihood and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Introduce or revise the concept of likelihood</a:t>
            </a:r>
          </a:p>
          <a:p>
            <a:r>
              <a:rPr lang="en-AU" dirty="0"/>
              <a:t>Revise key concepts of linear regression </a:t>
            </a:r>
          </a:p>
          <a:p>
            <a:r>
              <a:rPr lang="en-AU" dirty="0"/>
              <a:t>Start to think about how these are the foundations for stable </a:t>
            </a:r>
            <a:r>
              <a:rPr lang="en-AU" dirty="0" err="1"/>
              <a:t>istope</a:t>
            </a:r>
            <a:r>
              <a:rPr lang="en-AU" dirty="0"/>
              <a:t> mixing models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59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simmr-practical-instats.pptx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2025-03-24T09:57:22Z</dcterms:modified>
</cp:coreProperties>
</file>