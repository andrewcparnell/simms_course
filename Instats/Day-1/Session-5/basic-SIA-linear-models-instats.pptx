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5: basic SIA linear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How to apply corrections such as for lipid extraction / correction</a:t>
            </a:r>
          </a:p>
          <a:p>
            <a:r>
              <a:rPr lang="en-AU" dirty="0"/>
              <a:t>How to fit simple linear regressions </a:t>
            </a:r>
            <a:r>
              <a:rPr lang="en-AU"/>
              <a:t>to stable isotope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48</Words>
  <Application>Microsoft Macintosh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9</cp:revision>
  <dcterms:created xsi:type="dcterms:W3CDTF">2023-05-10T01:52:01Z</dcterms:created>
  <dcterms:modified xsi:type="dcterms:W3CDTF">2025-03-24T10:02:21Z</dcterms:modified>
</cp:coreProperties>
</file>