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4: exploring SIA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How to make high quality plots of stable isotope data</a:t>
            </a:r>
          </a:p>
          <a:p>
            <a:r>
              <a:rPr lang="en-AU" dirty="0"/>
              <a:t>How to analyse basic </a:t>
            </a:r>
            <a:r>
              <a:rPr lang="en-AU"/>
              <a:t>SIA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49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8</cp:revision>
  <dcterms:created xsi:type="dcterms:W3CDTF">2023-05-10T01:52:01Z</dcterms:created>
  <dcterms:modified xsi:type="dcterms:W3CDTF">2025-03-24T10:00:40Z</dcterms:modified>
</cp:coreProperties>
</file>