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1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1: Introduction to Stable Isotope Mixing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What are stable isotope mixing models</a:t>
            </a:r>
          </a:p>
          <a:p>
            <a:r>
              <a:rPr lang="en-AU" dirty="0"/>
              <a:t>What research questions can (and can we not) answer with them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Last Slide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summary, this session covered</a:t>
            </a:r>
          </a:p>
          <a:p>
            <a:r>
              <a:rPr lang="en-AU" dirty="0"/>
              <a:t>The basic underlying principles of stable isotope ecology</a:t>
            </a:r>
          </a:p>
          <a:p>
            <a:r>
              <a:rPr lang="en-AU" dirty="0"/>
              <a:t>How diet can be inferred from stable isotope data</a:t>
            </a:r>
          </a:p>
          <a:p>
            <a:r>
              <a:rPr lang="en-AU" dirty="0"/>
              <a:t>How we can draw ecological inferences from both d-space and p-space</a:t>
            </a:r>
          </a:p>
          <a:p>
            <a:r>
              <a:rPr lang="en-AU" dirty="0"/>
              <a:t>An introduction to some of the limitations inherent to stable </a:t>
            </a:r>
            <a:r>
              <a:rPr lang="en-AU"/>
              <a:t>isotope ecology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672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104</Words>
  <Application>Microsoft Macintosh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Last Slide Here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2025-03-24T09:33:06Z</dcterms:modified>
</cp:coreProperties>
</file>