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4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4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24/3/2025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13: Dos and Don’ts of Stable Isotope Ecology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Regular workshops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Topics we'll cover in this session:</a:t>
            </a:r>
          </a:p>
          <a:p>
            <a:r>
              <a:rPr lang="en-AU" dirty="0"/>
              <a:t>Discussion of the 12 points from the paper:</a:t>
            </a:r>
          </a:p>
          <a:p>
            <a:pPr lvl="1"/>
            <a:r>
              <a:rPr lang="en-AU" dirty="0"/>
              <a:t>Phillips et al. 2014. Best practices for use of stable isotope mixing models in food-web studies. Canadian Journal of Zoology 92 (10).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73</Words>
  <Application>Microsoft Macintosh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Regular workshops content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7</cp:revision>
  <dcterms:created xsi:type="dcterms:W3CDTF">2023-05-10T01:52:01Z</dcterms:created>
  <dcterms:modified xsi:type="dcterms:W3CDTF">2025-03-24T10:28:27Z</dcterms:modified>
</cp:coreProperties>
</file>